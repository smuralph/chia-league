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8A6"/>
    <a:srgbClr val="86C232"/>
    <a:srgbClr val="6B6E70"/>
    <a:srgbClr val="222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7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7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0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9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7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2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1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2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0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7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4E4AE-F378-47E9-8E21-9DEA3AFD600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62AC2-0883-47A8-BDFF-C2AE60FA7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4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9">
            <a:alpha val="8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07B6E-62FC-4E79-E47B-85B3B1171BBE}"/>
              </a:ext>
            </a:extLst>
          </p:cNvPr>
          <p:cNvSpPr/>
          <p:nvPr/>
        </p:nvSpPr>
        <p:spPr>
          <a:xfrm>
            <a:off x="304800" y="188686"/>
            <a:ext cx="6371771" cy="595085"/>
          </a:xfrm>
          <a:prstGeom prst="rect">
            <a:avLst/>
          </a:prstGeom>
          <a:noFill/>
          <a:ln w="25400">
            <a:solidFill>
              <a:srgbClr val="86C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63204-0E73-A443-E29B-FEA65688F481}"/>
              </a:ext>
            </a:extLst>
          </p:cNvPr>
          <p:cNvSpPr txBox="1"/>
          <p:nvPr/>
        </p:nvSpPr>
        <p:spPr>
          <a:xfrm>
            <a:off x="1161142" y="301562"/>
            <a:ext cx="465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86C232"/>
                </a:solidFill>
              </a:rPr>
              <a:t>HOME</a:t>
            </a:r>
            <a:r>
              <a:rPr lang="en-US" dirty="0">
                <a:solidFill>
                  <a:srgbClr val="86C232"/>
                </a:solidFill>
              </a:rPr>
              <a:t>	MANAGER	SEASON		ABOUT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D3B2B-17AE-B265-DDAF-8C871DB78038}"/>
              </a:ext>
            </a:extLst>
          </p:cNvPr>
          <p:cNvSpPr txBox="1"/>
          <p:nvPr/>
        </p:nvSpPr>
        <p:spPr>
          <a:xfrm>
            <a:off x="1451428" y="1830365"/>
            <a:ext cx="3396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Notes: I would like the above ribbon to stay constant as I scroll down so I can change to separate pages whenever I need to</a:t>
            </a:r>
          </a:p>
        </p:txBody>
      </p:sp>
    </p:spTree>
    <p:extLst>
      <p:ext uri="{BB962C8B-B14F-4D97-AF65-F5344CB8AC3E}">
        <p14:creationId xmlns:p14="http://schemas.microsoft.com/office/powerpoint/2010/main" val="35350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F68DE-1C62-9791-4C71-1543F556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7E900B2E-5C89-C698-1281-EAFC63814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1248229"/>
            <a:ext cx="1915885" cy="1915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0A886-BDFB-D3D2-2936-71F5F8C6AFEE}"/>
              </a:ext>
            </a:extLst>
          </p:cNvPr>
          <p:cNvSpPr txBox="1"/>
          <p:nvPr/>
        </p:nvSpPr>
        <p:spPr>
          <a:xfrm>
            <a:off x="3229430" y="1178955"/>
            <a:ext cx="24420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can grab the avatar or picture from the yahoo fantasy football page from each manager for the current season  |  I was wondering if its possible to have a word cloud of the managers many names if there are a lot, for those 2 or less can be just listed under their pic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0A962-DA36-7B8C-D590-52A29AD4ADDC}"/>
              </a:ext>
            </a:extLst>
          </p:cNvPr>
          <p:cNvSpPr/>
          <p:nvPr/>
        </p:nvSpPr>
        <p:spPr>
          <a:xfrm>
            <a:off x="304800" y="188686"/>
            <a:ext cx="6371771" cy="595085"/>
          </a:xfrm>
          <a:prstGeom prst="rect">
            <a:avLst/>
          </a:prstGeom>
          <a:noFill/>
          <a:ln w="25400">
            <a:solidFill>
              <a:srgbClr val="86C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2CF67D-C208-2EBC-7E7E-DE5388C2901E}"/>
              </a:ext>
            </a:extLst>
          </p:cNvPr>
          <p:cNvSpPr txBox="1"/>
          <p:nvPr/>
        </p:nvSpPr>
        <p:spPr>
          <a:xfrm>
            <a:off x="1161142" y="301562"/>
            <a:ext cx="465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6C232"/>
                </a:solidFill>
              </a:rPr>
              <a:t>HOME	</a:t>
            </a:r>
            <a:r>
              <a:rPr lang="en-US" u="sng" dirty="0">
                <a:solidFill>
                  <a:srgbClr val="86C232"/>
                </a:solidFill>
              </a:rPr>
              <a:t>MANAGER</a:t>
            </a:r>
            <a:r>
              <a:rPr lang="en-US" dirty="0">
                <a:solidFill>
                  <a:srgbClr val="86C232"/>
                </a:solidFill>
              </a:rPr>
              <a:t>	SEASON		ABOUT </a:t>
            </a:r>
          </a:p>
        </p:txBody>
      </p:sp>
    </p:spTree>
    <p:extLst>
      <p:ext uri="{BB962C8B-B14F-4D97-AF65-F5344CB8AC3E}">
        <p14:creationId xmlns:p14="http://schemas.microsoft.com/office/powerpoint/2010/main" val="98973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97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Guevara Jr</dc:creator>
  <cp:lastModifiedBy>Rafael Guevara Jr</cp:lastModifiedBy>
  <cp:revision>1</cp:revision>
  <dcterms:created xsi:type="dcterms:W3CDTF">2026-08-26T01:17:59Z</dcterms:created>
  <dcterms:modified xsi:type="dcterms:W3CDTF">2026-08-26T01:27:21Z</dcterms:modified>
</cp:coreProperties>
</file>